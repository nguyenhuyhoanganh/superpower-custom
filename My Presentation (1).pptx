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ter" pitchFamily="34" charset="0"/>
      <p:regular r:id="rId14"/>
      <p:bold r:id="rId15"/>
      <p:italic r:id="rId12"/>
      <p:boldItalic r:id="rId13"/>
    </p:embeddedFont>
    <p:embeddedFont>
      <p:font typeface="Material Symbols Outlined" pitchFamily="34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958304"/>
            <a:ext cx="2654126" cy="2762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1"/>
          <p:cNvSpPr/>
          <p:nvPr/>
        </p:nvSpPr>
        <p:spPr>
          <a:xfrm>
            <a:off x="723900" y="1015454"/>
            <a:ext cx="23493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CODE CHALLENGE — 2 WEEKS</a:t>
            </a:r>
            <a:endParaRPr lang="en-US" sz="99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3129"/>
            <a:ext cx="3429000" cy="6705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2286074"/>
            <a:ext cx="342900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71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Tái dựng AXon &amp; sản sinh Best Practice ngay trong quá trình vibe code</a:t>
            </a:r>
            <a:endParaRPr lang="en-US" sz="1710" dirty="0"/>
          </a:p>
        </p:txBody>
      </p:sp>
      <p:sp>
        <p:nvSpPr>
          <p:cNvPr id="8" name="Text 3"/>
          <p:cNvSpPr/>
          <p:nvPr/>
        </p:nvSpPr>
        <p:spPr>
          <a:xfrm>
            <a:off x="571500" y="3703216"/>
            <a:ext cx="1524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8" b="1" spc="75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998" dirty="0"/>
          </a:p>
        </p:txBody>
      </p:sp>
      <p:sp>
        <p:nvSpPr>
          <p:cNvPr id="9" name="Text 4"/>
          <p:cNvSpPr/>
          <p:nvPr/>
        </p:nvSpPr>
        <p:spPr>
          <a:xfrm>
            <a:off x="571500" y="3941341"/>
            <a:ext cx="15240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Trang, Hoàng Anh</a:t>
            </a:r>
            <a:endParaRPr lang="en-US" sz="1140" dirty="0"/>
          </a:p>
        </p:txBody>
      </p:sp>
      <p:sp>
        <p:nvSpPr>
          <p:cNvPr id="10" name="Text 5"/>
          <p:cNvSpPr/>
          <p:nvPr/>
        </p:nvSpPr>
        <p:spPr>
          <a:xfrm>
            <a:off x="2476500" y="3703216"/>
            <a:ext cx="1524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8" b="1" spc="75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998" dirty="0"/>
          </a:p>
        </p:txBody>
      </p:sp>
      <p:sp>
        <p:nvSpPr>
          <p:cNvPr id="11" name="Text 6"/>
          <p:cNvSpPr/>
          <p:nvPr/>
        </p:nvSpPr>
        <p:spPr>
          <a:xfrm>
            <a:off x="2476500" y="3941341"/>
            <a:ext cx="15240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Nga, Uy, Hoàng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48250" y="321022"/>
            <a:ext cx="36195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AXon: The Best Practice Hub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5048250" y="1473547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nội bộ để </a:t>
            </a:r>
            <a:pPr algn="l" indent="0" marL="0">
              <a:buNone/>
            </a:pPr>
            <a:r>
              <a:rPr lang="en-US" sz="128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đăng ký &amp; chia sẻ</a:t>
            </a:r>
            <a:pPr algn="l" indent="0" marL="0">
              <a:buNone/>
            </a:pPr>
            <a:r>
              <a:rPr lang="en-US" sz="1283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Best Practice (BP) trong tổ chức.</a:t>
            </a:r>
            <a:endParaRPr lang="en-US" sz="1283" dirty="0"/>
          </a:p>
        </p:txBody>
      </p:sp>
      <p:sp>
        <p:nvSpPr>
          <p:cNvPr id="6" name="Shape 2"/>
          <p:cNvSpPr/>
          <p:nvPr/>
        </p:nvSpPr>
        <p:spPr>
          <a:xfrm>
            <a:off x="5048250" y="2083147"/>
            <a:ext cx="3619500" cy="99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10800000">
              <a:srgbClr val="000000">
                <a:alpha val="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48250" y="2083147"/>
            <a:ext cx="3619500" cy="990600"/>
          </a:xfrm>
          <a:custGeom>
            <a:avLst/>
            <a:gdLst/>
            <a:ahLst/>
            <a:cxnLst/>
            <a:rect l="l" t="t" r="r" b="b"/>
            <a:pathLst>
              <a:path w="3619500" h="990600">
                <a:moveTo>
                  <a:pt x="38100" y="0"/>
                </a:moveTo>
                <a:cubicBezTo>
                  <a:pt x="17058" y="0"/>
                  <a:pt x="0" y="17058"/>
                  <a:pt x="0" y="38100"/>
                </a:cubicBezTo>
                <a:lnTo>
                  <a:pt x="0" y="952500"/>
                </a:lnTo>
                <a:cubicBezTo>
                  <a:pt x="0" y="973542"/>
                  <a:pt x="17058" y="990600"/>
                  <a:pt x="38100" y="990600"/>
                </a:cubicBezTo>
                <a:lnTo>
                  <a:pt x="38100" y="990600"/>
                </a:lnTo>
                <a:lnTo>
                  <a:pt x="38100" y="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Text 4"/>
          <p:cNvSpPr/>
          <p:nvPr/>
        </p:nvSpPr>
        <p:spPr>
          <a:xfrm>
            <a:off x="5238750" y="2235547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4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Một Best Practice =</a:t>
            </a:r>
            <a:pPr algn="l" indent="0" marL="0">
              <a:lnSpc>
                <a:spcPct val="125000"/>
              </a:lnSpc>
              <a:buNone/>
            </a:pPr>
            <a:r>
              <a:rPr lang="en-US" sz="114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File/Link đóng gói skill, MCP, rules, workflows, hooks, và agentic tools (n8n...) cho một công việc cụ thể.</a:t>
            </a:r>
            <a:endParaRPr lang="en-US" sz="1140" dirty="0"/>
          </a:p>
        </p:txBody>
      </p:sp>
      <p:sp>
        <p:nvSpPr>
          <p:cNvPr id="9" name="Text 5"/>
          <p:cNvSpPr/>
          <p:nvPr/>
        </p:nvSpPr>
        <p:spPr>
          <a:xfrm>
            <a:off x="5048250" y="3302347"/>
            <a:ext cx="3619500" cy="1234380"/>
          </a:xfrm>
          <a:prstGeom prst="rect">
            <a:avLst/>
          </a:prstGeom>
          <a:noFill/>
          <a:ln/>
        </p:spPr>
        <p:txBody>
          <a:bodyPr wrap="square" lIns="0" tIns="190500" rIns="0" bIns="0" rtlCol="0" anchor="t">
            <a:normAutofit/>
          </a:bodyPr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28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Tái sử dụng:</a:t>
            </a:r>
            <a:pPr algn="l" indent="0" marL="0">
              <a:lnSpc>
                <a:spcPct val="150000"/>
              </a:lnSpc>
              <a:buNone/>
            </a:pPr>
            <a:r>
              <a:rPr lang="en-US" sz="1283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Làm việc nhanh hơn, chuẩn hoá cách làm</a:t>
            </a:r>
            <a:pPr algn="l" indent="0" marL="0">
              <a:lnSpc>
                <a:spcPct val="150000"/>
              </a:lnSpc>
              <a:buNone/>
            </a:pPr>
            <a:r>
              <a:rPr lang="en-US" sz="1283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28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Mục tiêu 2 tuần:</a:t>
            </a:r>
            <a:pPr algn="l" indent="0" marL="0">
              <a:lnSpc>
                <a:spcPct val="150000"/>
              </a:lnSpc>
              <a:buNone/>
            </a:pPr>
            <a:r>
              <a:rPr lang="en-US" sz="1283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Vibe code lại AXon, trọng tâm là các BP sinh ra khi build</a:t>
            </a:r>
            <a:endParaRPr lang="en-US" sz="12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282029"/>
            <a:ext cx="32575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superpower-custom</a:t>
            </a:r>
            <a:endParaRPr lang="en-US" sz="2708" dirty="0"/>
          </a:p>
        </p:txBody>
      </p:sp>
      <p:sp>
        <p:nvSpPr>
          <p:cNvPr id="5" name="Text 1"/>
          <p:cNvSpPr/>
          <p:nvPr/>
        </p:nvSpPr>
        <p:spPr>
          <a:xfrm>
            <a:off x="571500" y="1272629"/>
            <a:ext cx="3257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từ obra/superpowers cho Cline (VSCode) + GaussO4</a:t>
            </a:r>
            <a:endParaRPr lang="en-US" sz="1283" dirty="0"/>
          </a:p>
        </p:txBody>
      </p:sp>
      <p:sp>
        <p:nvSpPr>
          <p:cNvPr id="6" name="Shape 2"/>
          <p:cNvSpPr/>
          <p:nvPr/>
        </p:nvSpPr>
        <p:spPr>
          <a:xfrm>
            <a:off x="571500" y="1996529"/>
            <a:ext cx="3257550" cy="1209675"/>
          </a:xfrm>
          <a:prstGeom prst="roundRect">
            <a:avLst>
              <a:gd name="adj" fmla="val 6299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3425" y="2158454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9CA3A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HUB</a:t>
            </a:r>
            <a:pPr algn="l" indent="0" marL="0">
              <a:buNone/>
            </a:pPr>
            <a:r>
              <a:rPr lang="en-US" sz="998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KIẾN TRÚC AGENT</a:t>
            </a:r>
            <a:endParaRPr lang="en-US" sz="1283" dirty="0"/>
          </a:p>
        </p:txBody>
      </p:sp>
      <p:sp>
        <p:nvSpPr>
          <p:cNvPr id="8" name="Text 4"/>
          <p:cNvSpPr/>
          <p:nvPr/>
        </p:nvSpPr>
        <p:spPr>
          <a:xfrm>
            <a:off x="733425" y="2451348"/>
            <a:ext cx="29337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69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Agent:</a:t>
            </a:r>
            <a:pPr algn="l" indent="0" marL="0">
              <a:lnSpc>
                <a:spcPct val="116667"/>
              </a:lnSpc>
              <a:buNone/>
            </a:pPr>
            <a:r>
              <a:rPr lang="en-US" sz="1069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Viết code &amp; thực thi Terminal.</a:t>
            </a:r>
            <a:pPr algn="l" indent="0" marL="0">
              <a:lnSpc>
                <a:spcPct val="116667"/>
              </a:lnSpc>
              <a:buNone/>
            </a:pPr>
            <a:r>
              <a:rPr lang="en-US" sz="1069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ct val="116667"/>
              </a:lnSpc>
              <a:buNone/>
            </a:pPr>
            <a:r>
              <a:rPr lang="en-US" sz="1069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Subagent:</a:t>
            </a:r>
            <a:pPr algn="l" indent="0" marL="0">
              <a:lnSpc>
                <a:spcPct val="116667"/>
              </a:lnSpc>
              <a:buNone/>
            </a:pPr>
            <a:r>
              <a:rPr lang="en-US" sz="1069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Read-only context (khảo sát hệ thống).</a:t>
            </a:r>
            <a:endParaRPr lang="en-US" sz="1069" dirty="0"/>
          </a:p>
        </p:txBody>
      </p:sp>
      <p:sp>
        <p:nvSpPr>
          <p:cNvPr id="9" name="Shape 5"/>
          <p:cNvSpPr/>
          <p:nvPr/>
        </p:nvSpPr>
        <p:spPr>
          <a:xfrm>
            <a:off x="571500" y="3403848"/>
            <a:ext cx="3257550" cy="1169491"/>
          </a:xfrm>
          <a:prstGeom prst="roundRect">
            <a:avLst>
              <a:gd name="adj" fmla="val 6516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3425" y="3565773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9CA3A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INVENTORY_2</a:t>
            </a:r>
            <a:pPr algn="l" indent="0" marL="0">
              <a:buNone/>
            </a:pPr>
            <a:r>
              <a:rPr lang="en-US" sz="998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THÀNH PHẦN CORE</a:t>
            </a:r>
            <a:endParaRPr lang="en-US" sz="1283" dirty="0"/>
          </a:p>
        </p:txBody>
      </p:sp>
      <p:sp>
        <p:nvSpPr>
          <p:cNvPr id="11" name="Text 7"/>
          <p:cNvSpPr/>
          <p:nvPr/>
        </p:nvSpPr>
        <p:spPr>
          <a:xfrm>
            <a:off x="733425" y="3858667"/>
            <a:ext cx="29337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98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rules/</a:t>
            </a:r>
            <a:pPr algn="l" indent="0" marL="0">
              <a:lnSpc>
                <a:spcPct val="116667"/>
              </a:lnSpc>
              <a:buNone/>
            </a:pPr>
            <a:r>
              <a:rPr lang="en-US" sz="998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Bootstrap session.</a:t>
            </a:r>
            <a:pPr algn="l" indent="0" marL="0">
              <a:lnSpc>
                <a:spcPct val="116667"/>
              </a:lnSpc>
              <a:buNone/>
            </a:pPr>
            <a:r>
              <a:rPr lang="en-US" sz="998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ct val="116667"/>
              </a:lnSpc>
              <a:buNone/>
            </a:pPr>
            <a:r>
              <a:rPr lang="en-US" sz="998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workflows/</a:t>
            </a:r>
            <a:pPr algn="l" indent="0" marL="0">
              <a:lnSpc>
                <a:spcPct val="116667"/>
              </a:lnSpc>
              <a:buNone/>
            </a:pPr>
            <a:r>
              <a:rPr lang="en-US" sz="998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Các slash commands.</a:t>
            </a:r>
            <a:pPr algn="l" indent="0" marL="0">
              <a:lnSpc>
                <a:spcPct val="116667"/>
              </a:lnSpc>
              <a:buNone/>
            </a:pPr>
            <a:r>
              <a:rPr lang="en-US" sz="998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ct val="116667"/>
              </a:lnSpc>
              <a:buNone/>
            </a:pPr>
            <a:r>
              <a:rPr lang="en-US" sz="998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skills/</a:t>
            </a:r>
            <a:pPr algn="l" indent="0" marL="0">
              <a:lnSpc>
                <a:spcPct val="116667"/>
              </a:lnSpc>
              <a:buNone/>
            </a:pPr>
            <a:r>
              <a:rPr lang="en-US" sz="998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13 skill nạp on-demand (use_skill).</a:t>
            </a:r>
            <a:endParaRPr lang="en-US" sz="998" dirty="0"/>
          </a:p>
        </p:txBody>
      </p:sp>
      <p:sp>
        <p:nvSpPr>
          <p:cNvPr id="12" name="Text 8"/>
          <p:cNvSpPr/>
          <p:nvPr/>
        </p:nvSpPr>
        <p:spPr>
          <a:xfrm>
            <a:off x="571500" y="4770983"/>
            <a:ext cx="3257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6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Bootstrap: Tự động load `using-superpowers`; nạp skill khi request khớp ≥1% mô tả.</a:t>
            </a:r>
            <a:endParaRPr lang="en-US" sz="92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52463"/>
            <a:ext cx="38862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Quy trình làm việc có kỷ luật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571500" y="1690688"/>
            <a:ext cx="3886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2563EB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verified</a:t>
            </a:r>
            <a:pPr algn="l" indent="0" marL="0">
              <a:buNone/>
            </a:pPr>
            <a:r>
              <a:rPr lang="en-US" sz="128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TDD · Systematic Over Ad-hoc · Evidence Over Claims</a:t>
            </a:r>
            <a:endParaRPr lang="en-US" sz="1710" dirty="0"/>
          </a:p>
        </p:txBody>
      </p:sp>
      <p:sp>
        <p:nvSpPr>
          <p:cNvPr id="6" name="Shape 2"/>
          <p:cNvSpPr/>
          <p:nvPr/>
        </p:nvSpPr>
        <p:spPr>
          <a:xfrm>
            <a:off x="571500" y="2457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7" name="Text 3"/>
          <p:cNvSpPr/>
          <p:nvPr/>
        </p:nvSpPr>
        <p:spPr>
          <a:xfrm>
            <a:off x="691009" y="2516981"/>
            <a:ext cx="657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40" dirty="0"/>
          </a:p>
        </p:txBody>
      </p:sp>
      <p:sp>
        <p:nvSpPr>
          <p:cNvPr id="8" name="Text 4"/>
          <p:cNvSpPr/>
          <p:nvPr/>
        </p:nvSpPr>
        <p:spPr>
          <a:xfrm>
            <a:off x="1028700" y="2457450"/>
            <a:ext cx="342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Thiết kế &amp; Brainstorm</a:t>
            </a:r>
            <a:endParaRPr lang="en-US" sz="1283" dirty="0"/>
          </a:p>
        </p:txBody>
      </p:sp>
      <p:sp>
        <p:nvSpPr>
          <p:cNvPr id="9" name="Text 5"/>
          <p:cNvSpPr/>
          <p:nvPr/>
        </p:nvSpPr>
        <p:spPr>
          <a:xfrm>
            <a:off x="1028700" y="27051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Sử dụng </a:t>
            </a:r>
            <a:pPr algn="l" indent="0" marL="0">
              <a:buNone/>
            </a:pPr>
            <a:r>
              <a:rPr lang="en-US" sz="1069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/brainstorm</a:t>
            </a:r>
            <a:pPr algn="l" indent="0" marL="0">
              <a:buNone/>
            </a:pPr>
            <a:r>
              <a:rPr lang="en-US" sz="10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pPr algn="l" indent="0" marL="0">
              <a:buNone/>
            </a:pPr>
            <a:r>
              <a:rPr lang="en-US" sz="1069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writing-plans</a:t>
            </a:r>
            <a:pPr algn="l" indent="0" marL="0">
              <a:buNone/>
            </a:pPr>
            <a:r>
              <a:rPr lang="en-US" sz="10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để chốt specs ngay từ đầu.</a:t>
            </a:r>
            <a:endParaRPr lang="en-US" sz="1069" dirty="0"/>
          </a:p>
        </p:txBody>
      </p:sp>
      <p:sp>
        <p:nvSpPr>
          <p:cNvPr id="10" name="Shape 6"/>
          <p:cNvSpPr/>
          <p:nvPr/>
        </p:nvSpPr>
        <p:spPr>
          <a:xfrm>
            <a:off x="571500" y="32004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1" name="Text 7"/>
          <p:cNvSpPr/>
          <p:nvPr/>
        </p:nvSpPr>
        <p:spPr>
          <a:xfrm>
            <a:off x="675903" y="3259931"/>
            <a:ext cx="9599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40" dirty="0"/>
          </a:p>
        </p:txBody>
      </p:sp>
      <p:sp>
        <p:nvSpPr>
          <p:cNvPr id="12" name="Text 8"/>
          <p:cNvSpPr/>
          <p:nvPr/>
        </p:nvSpPr>
        <p:spPr>
          <a:xfrm>
            <a:off x="1028700" y="3200400"/>
            <a:ext cx="342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Thực thi (Plan-driven)</a:t>
            </a:r>
            <a:endParaRPr lang="en-US" sz="1283" dirty="0"/>
          </a:p>
        </p:txBody>
      </p:sp>
      <p:sp>
        <p:nvSpPr>
          <p:cNvPr id="13" name="Text 9"/>
          <p:cNvSpPr/>
          <p:nvPr/>
        </p:nvSpPr>
        <p:spPr>
          <a:xfrm>
            <a:off x="1028700" y="34480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/write-plan</a:t>
            </a:r>
            <a:pPr algn="l" indent="0" marL="0">
              <a:buNone/>
            </a:pPr>
            <a:r>
              <a:rPr lang="en-US" sz="10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chia nhỏ task. TDD &amp; Subagent-driven đảm bảo chất lượng code.</a:t>
            </a:r>
            <a:endParaRPr lang="en-US" sz="1069" dirty="0"/>
          </a:p>
        </p:txBody>
      </p:sp>
      <p:sp>
        <p:nvSpPr>
          <p:cNvPr id="14" name="Shape 10"/>
          <p:cNvSpPr/>
          <p:nvPr/>
        </p:nvSpPr>
        <p:spPr>
          <a:xfrm>
            <a:off x="571500" y="39433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5" name="Text 11"/>
          <p:cNvSpPr/>
          <p:nvPr/>
        </p:nvSpPr>
        <p:spPr>
          <a:xfrm>
            <a:off x="674712" y="4002881"/>
            <a:ext cx="983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1028700" y="3943350"/>
            <a:ext cx="342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chứng &amp; Finishing</a:t>
            </a:r>
            <a:endParaRPr lang="en-US" sz="1283" dirty="0"/>
          </a:p>
        </p:txBody>
      </p:sp>
      <p:sp>
        <p:nvSpPr>
          <p:cNvPr id="17" name="Text 13"/>
          <p:cNvSpPr/>
          <p:nvPr/>
        </p:nvSpPr>
        <p:spPr>
          <a:xfrm>
            <a:off x="1028700" y="41910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thống hóa Debugging &amp; Parallel Review trước khi hoàn thiện branch.</a:t>
            </a:r>
            <a:endParaRPr lang="en-US" sz="10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B5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05805"/>
            <a:ext cx="342900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Ứng dụng Thực tế</a:t>
            </a:r>
            <a:endParaRPr lang="en-US" sz="2850" dirty="0"/>
          </a:p>
        </p:txBody>
      </p:sp>
      <p:sp>
        <p:nvSpPr>
          <p:cNvPr id="5" name="Shape 1"/>
          <p:cNvSpPr/>
          <p:nvPr/>
        </p:nvSpPr>
        <p:spPr>
          <a:xfrm>
            <a:off x="571500" y="1258267"/>
            <a:ext cx="1638300" cy="1578248"/>
          </a:xfrm>
          <a:prstGeom prst="roundRect">
            <a:avLst>
              <a:gd name="adj" fmla="val 7242"/>
            </a:avLst>
          </a:prstGeom>
          <a:solidFill>
            <a:srgbClr val="000000">
              <a:alpha val="2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420192"/>
            <a:ext cx="1314450" cy="2762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3425" y="1791667"/>
            <a:ext cx="131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Làm tính năng mới</a:t>
            </a:r>
            <a:endParaRPr lang="en-US" sz="1069" dirty="0"/>
          </a:p>
        </p:txBody>
      </p:sp>
      <p:sp>
        <p:nvSpPr>
          <p:cNvPr id="8" name="Text 3"/>
          <p:cNvSpPr/>
          <p:nvPr/>
        </p:nvSpPr>
        <p:spPr>
          <a:xfrm>
            <a:off x="733425" y="2020267"/>
            <a:ext cx="1314450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9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/brainstorm → plan → feature-branch → TDD.</a:t>
            </a:r>
            <a:endParaRPr lang="en-US" sz="926" dirty="0"/>
          </a:p>
        </p:txBody>
      </p:sp>
      <p:sp>
        <p:nvSpPr>
          <p:cNvPr id="9" name="Shape 4"/>
          <p:cNvSpPr/>
          <p:nvPr/>
        </p:nvSpPr>
        <p:spPr>
          <a:xfrm>
            <a:off x="2362200" y="1258267"/>
            <a:ext cx="1638300" cy="1578248"/>
          </a:xfrm>
          <a:prstGeom prst="roundRect">
            <a:avLst>
              <a:gd name="adj" fmla="val 7242"/>
            </a:avLst>
          </a:prstGeom>
          <a:solidFill>
            <a:srgbClr val="000000">
              <a:alpha val="2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1420192"/>
            <a:ext cx="1314450" cy="2762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24125" y="1791667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Sửa lỗi (Bug fixing)</a:t>
            </a:r>
            <a:endParaRPr lang="en-US" sz="1069" dirty="0"/>
          </a:p>
        </p:txBody>
      </p:sp>
      <p:sp>
        <p:nvSpPr>
          <p:cNvPr id="12" name="Text 6"/>
          <p:cNvSpPr/>
          <p:nvPr/>
        </p:nvSpPr>
        <p:spPr>
          <a:xfrm>
            <a:off x="2524125" y="2191717"/>
            <a:ext cx="1314450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9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Tìm root cause có hệ thống &amp; kiểm chứng trước khi commit.</a:t>
            </a:r>
            <a:endParaRPr lang="en-US" sz="926" dirty="0"/>
          </a:p>
        </p:txBody>
      </p:sp>
      <p:sp>
        <p:nvSpPr>
          <p:cNvPr id="13" name="Shape 7"/>
          <p:cNvSpPr/>
          <p:nvPr/>
        </p:nvSpPr>
        <p:spPr>
          <a:xfrm>
            <a:off x="571500" y="2988915"/>
            <a:ext cx="1638300" cy="1548705"/>
          </a:xfrm>
          <a:prstGeom prst="roundRect">
            <a:avLst>
              <a:gd name="adj" fmla="val 7380"/>
            </a:avLst>
          </a:prstGeom>
          <a:solidFill>
            <a:srgbClr val="000000">
              <a:alpha val="2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150840"/>
            <a:ext cx="1314450" cy="2762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3425" y="3522315"/>
            <a:ext cx="131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Agents</a:t>
            </a:r>
            <a:endParaRPr lang="en-US" sz="1069" dirty="0"/>
          </a:p>
        </p:txBody>
      </p:sp>
      <p:sp>
        <p:nvSpPr>
          <p:cNvPr id="16" name="Text 9"/>
          <p:cNvSpPr/>
          <p:nvPr/>
        </p:nvSpPr>
        <p:spPr>
          <a:xfrm>
            <a:off x="733425" y="3750915"/>
            <a:ext cx="1314450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9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Nghiên cứu nhiều hướng song song, review chéo chặt chẽ.</a:t>
            </a:r>
            <a:endParaRPr lang="en-US" sz="926" dirty="0"/>
          </a:p>
        </p:txBody>
      </p:sp>
      <p:sp>
        <p:nvSpPr>
          <p:cNvPr id="17" name="Shape 10"/>
          <p:cNvSpPr/>
          <p:nvPr/>
        </p:nvSpPr>
        <p:spPr>
          <a:xfrm>
            <a:off x="2362200" y="2988915"/>
            <a:ext cx="1638300" cy="1548705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3141315"/>
            <a:ext cx="1333500" cy="2762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14600" y="351279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b="1" dirty="0">
                <a:solidFill>
                  <a:srgbClr val="14B5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Đóng gói BP</a:t>
            </a:r>
            <a:endParaRPr lang="en-US" sz="1069" dirty="0"/>
          </a:p>
        </p:txBody>
      </p:sp>
      <p:sp>
        <p:nvSpPr>
          <p:cNvPr id="20" name="Text 12"/>
          <p:cNvSpPr/>
          <p:nvPr/>
        </p:nvSpPr>
        <p:spPr>
          <a:xfrm>
            <a:off x="2514600" y="3741390"/>
            <a:ext cx="133350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926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Sản sinh skills/rules/hooks trực tiếp từ kinh nghiệm build thực tế.</a:t>
            </a:r>
            <a:endParaRPr lang="en-US" sz="9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VibeCheck Reviving AXon for On‑the‑Fly Best Practices</dc:title>
  <dc:subject>PptxGenJS Presentation</dc:subject>
  <dc:creator>Deckly</dc:creator>
  <cp:lastModifiedBy>Deckly</cp:lastModifiedBy>
  <cp:revision>1</cp:revision>
  <dcterms:created xsi:type="dcterms:W3CDTF">2026-06-03T16:43:39Z</dcterms:created>
  <dcterms:modified xsi:type="dcterms:W3CDTF">2026-06-03T16:43:39Z</dcterms:modified>
</cp:coreProperties>
</file>